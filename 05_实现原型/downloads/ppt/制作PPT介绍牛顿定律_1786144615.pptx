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用户物料摘要：【牛顿定律.md】</a:t>
            </a:r>
          </a:p>
          <a:p>
            <a:r>
              <a:t>牛顿第二定律 F=ma，质量与加速度成正比。这是用户的物料。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制作PPT介绍牛顿定律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内容基于用户上传的资料整理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演示文稿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（空大纲，请补充内容）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【牛顿定律.md】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牛顿第二定律 F=ma，质量与加速度成正比。这是用户的物料。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