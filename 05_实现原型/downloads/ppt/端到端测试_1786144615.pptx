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端到端测试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资料来源：用户上传文档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 A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