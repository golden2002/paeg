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光合作用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（空大纲，请补充内容）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