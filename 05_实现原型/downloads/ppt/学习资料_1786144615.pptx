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学习资料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EEBF7"/>
                </a:solidFill>
                <a:latin typeface="Microsoft YaHei"/>
              </a:defRPr>
            </a:pPr>
            <a:r>
              <a:t>PAEG · Émile 演示文稿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12064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EEBF7"/>
                </a:solidFill>
                <a:latin typeface="Microsoft YaHei"/>
              </a:defRPr>
            </a:pPr>
            <a:r>
              <a:t>资料来源：什么（汉语词语）_百度百科、什么值得买 | 我们的兴趣消费指南、「什么」读作 sh&amp;#233;nme 还是 shěnme？ - 知乎、微PE工具箱 - 超好用的装机维护工具、聚乙烯_百度百科、微PE工具箱 - 下载、PEG指标_百度百科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什么是“什么”？——一个汉语疑问词的奇妙之旅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引入：当我们问“这是什么”时，“什么”到底在句子中扮演什么角色？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核心问题：一个看似简单的词，为何能衍生出如此多样的用法？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本课目标：从语法功能、发音演变到实际应用，全面解析“什么”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“什么”的四种语法身份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疑问代词：用于提问，如“这是什么？”——最基础的用法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指示代词：指代不确定的事物，如“说些什么好呢”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疑问形容词：修饰名词，如“住在什么地方？”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虚指用法：表示不确定或无需明说的人或事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发音之谜：shénme 还是 shěnme？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历史演变：早期读作 shí-ma，后经语音融合演变为 shí-m-ma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现代标准：普通话规范读音为 shénme，但口语中常出现弱化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语言规律：声母“m”与韵母的粘连现象解释了发音变迁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从“什么”到“PE”——一词多义的跨界之旅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“什么”的拼音缩写“SM”在科技领域另有所指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PE 的多重含义：聚乙烯（化工）、市盈增长比率（金融）、微PE工具箱（计算机）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启示：汉语词汇在不同语境中承载截然不同的知识体系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总结：小词大用，语言即思维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“什么”的丰富用法体现了汉语的灵活性与表达力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一词多义现象提示我们：理解语境是掌握语言的关键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Microsoft YaHei"/>
              </a:defRPr>
            </a:pPr>
            <a:r>
              <a:t>• 思考题：你还知道哪些像“什么”一样身兼数职的汉语词汇？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