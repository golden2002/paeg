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学习资料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资料来源：信息茧房_百度百科、什么是信息茧房丨深度笔记 - 知乎、算法推荐带来“信息茧房” 视野受限、认知固化 如何“破茧 ...、打破（汉语词汇）_百度百科、打破和突破的区别、打破的意思_打破的解释-汉语国学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什么是信息茧房？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信息茧房指人们因偏执于某类信息，将了解面局限于像蚕茧一样的“茧房”中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在算法推荐时代，个性化推送让用户长期接触同质化内容，视野逐渐受限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它是一种隐形现象，影响我们对世界的认知，而我们往往对此毫无察觉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信息茧房的形成机制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个性化推荐算法根据用户偏好持续推送相似内容，形成“过滤气泡”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用户自身的信息筛选习惯和认知偏好，强化了对特定领域的依赖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算法与用户偏好的双向互动，让信息接触面不断收窄，认知逐渐固化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信息茧房的负面影响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视野受限：长期只接触同质化信息，对多元观点和领域形成无知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认知固化：思维模式被锁定，难以接受不同意见，判断力下降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群体极化：同类信息反复强化，可能加剧偏见与对立，影响理性决策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如何“破茧”而出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“打破”一词源于北魏《齐民要术》，内涵包括突破界限、结束停滞状态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主动拓宽信息渠道，接触不同立场和领域的观点，打破认知边界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善用算法而非被算法支配，定期清理推荐偏好，有意识地“反推荐”浏览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总结：从“茧房”到开放认知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信息茧房是算法时代的重要挑战，影响个人成长与社会共识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“打破”不仅是物理动作，更是突破限制、结束僵局的思维转变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保持信息开放与批判性思考，是每个人在数字时代的必修课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