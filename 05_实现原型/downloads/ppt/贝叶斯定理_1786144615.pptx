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贝叶斯定理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EEBF7"/>
                </a:solidFill>
                <a:latin typeface="Microsoft YaHei"/>
              </a:defRPr>
            </a:pPr>
            <a:r>
              <a:t>PAEG · Émile 演示文稿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EEBF7"/>
                </a:solidFill>
                <a:latin typeface="Microsoft YaHei"/>
              </a:defRPr>
            </a:pPr>
            <a:r>
              <a:t>资料来源：贝叶斯公式_百度百科、一文搞懂贝叶斯定理（原理篇） - 知乎、如何通俗理解贝叶斯定理？ - 知乎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贝叶斯定理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贝叶斯公式_百度百科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一文搞懂贝叶斯定理（原理篇） - 知乎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如何通俗理解贝叶斯定理？ - 知乎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