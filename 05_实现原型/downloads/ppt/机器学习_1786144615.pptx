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机器学习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资料来源：机器学习简介 - 菜鸟教程、机器学习入门基础（万字总结）（建议收藏！！！）-CSDN博客、机器学习（多领域交叉学科）_百度百科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机器学习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机器学习简介 - 菜鸟教程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机器学习入门基础（万字总结）（建议收藏！！！）-CSDN博客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机器学习（多领域交叉学科）_百度百科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