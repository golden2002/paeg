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简单主题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EEBF7"/>
                </a:solidFill>
                <a:latin typeface="Microsoft YaHei"/>
              </a:defRPr>
            </a:pPr>
            <a:r>
              <a:t>PAEG · Émile 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