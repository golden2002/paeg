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用户物料摘要：【x.md】</a:t>
            </a:r>
          </a:p>
          <a:p>
            <a:r>
              <a:t>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test_topic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内容基于用户上传的资料整理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演示文稿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（空大纲，请补充内容）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【x.md】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(物料)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