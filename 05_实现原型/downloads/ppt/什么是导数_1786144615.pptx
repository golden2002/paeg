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什么是导数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资料来源：math.calculus.derivative、导数_百度百科、导数公式、导数基本运算法则 - 知乎、高中常用导数公式表 导数函数基本求导公式-高考100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什么是导数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math.calculus.derivative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导数_百度百科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导数公式、导数基本运算法则 - 知乎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高中常用导数公式表 导数函数基本求导公式-高考100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