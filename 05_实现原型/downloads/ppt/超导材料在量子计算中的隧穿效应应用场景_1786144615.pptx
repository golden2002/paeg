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超导材料在量子计算中的隧穿效应应用场景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EEBF7"/>
                </a:solidFill>
                <a:latin typeface="Microsoft YaHei"/>
              </a:defRPr>
            </a:pPr>
            <a:r>
              <a:t>PAEG · Émile 演示文稿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1206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EEBF7"/>
                </a:solidFill>
                <a:latin typeface="Microsoft YaHei"/>
              </a:defRPr>
            </a:pPr>
            <a:r>
              <a:t>资料来源：超导（某些物质在一定温度和磁场条件下（一般为较低温度和 ...、超导体（在某一温度以下，兼具绝对零电阻和完全抗磁性两个 ...、常温超导：打开未来科技的大门 (超导最全科普) - 知乎、约瑟夫（游戏《第五人格》中的角色）_百度百科、摄影师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超导材料在量子计算中的隧穿效应应用场景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超导（某些物质在一定温度和磁场条件下（一般为较低温度和 ...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要点：1987年2月16日&amp;ensp;&amp;#0183;&amp;ensp;1911年由荷兰物理学家昂内斯在汞中发现。 超导态具有零电阻和完全抗磁性（迈斯纳效应）。 超导材料已发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超导体（在某一温度以下，兼具绝对零电阻和完全抗磁性两个 ...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要点：超导体（英文名：superconductor），又称为超导材料，指在某一温度以下，兼具绝对零电阻和完全抗磁性两个独立特性的超级导体。 …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常温超导：打开未来科技的大门 (超导最全科普) - 知乎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要点：2024年3月3日&amp;ensp;&amp;#0183;&amp;ensp;2.什么是超导？ 在了解常温超导之前，我们先要理解什么是超导。 超导，英文名为superconducto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