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演示文稿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  <a:latin typeface="Microsoft YaHei"/>
              </a:defRPr>
            </a:pPr>
            <a:r>
              <a:t>PAEG · Émile 演示文稿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EEBF7"/>
                </a:solidFill>
                <a:latin typeface="Microsoft YaHei"/>
              </a:defRPr>
            </a:pPr>
            <a:r>
              <a:t>资料来源：知识库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概述\n- 内容1\n- 内容2\n- 内容3\n## 方法\n- 步骤1\n- 步骤2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（本页要点）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