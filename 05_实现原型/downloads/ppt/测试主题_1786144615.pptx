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测试主题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EEBF7"/>
                </a:solidFill>
                <a:latin typeface="Microsoft YaHei"/>
              </a:defRPr>
            </a:pPr>
            <a:r>
              <a:t>PAEG · Émile 演示文稿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EEBF7"/>
                </a:solidFill>
                <a:latin typeface="Microsoft YaHei"/>
              </a:defRPr>
            </a:pPr>
            <a:r>
              <a:t>资料来源：用户文档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第一节\n- 要点 A\n- 要点 B\n## 第二节\n- 要点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（本页要点）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