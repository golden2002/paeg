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68580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1097280" y="2011680"/>
            <a:ext cx="10058400" cy="1463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4000" b="1">
                <a:solidFill>
                  <a:srgbClr val="FFFFFF"/>
                </a:solidFill>
                <a:latin typeface="Microsoft YaHei"/>
              </a:defRPr>
            </a:pPr>
            <a:r>
              <a:t>超导量子比特 最新研究进展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3657600"/>
            <a:ext cx="10058400" cy="9144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800" b="0">
                <a:solidFill>
                  <a:srgbClr val="DEEBF7"/>
                </a:solidFill>
                <a:latin typeface="Microsoft YaHei"/>
              </a:defRPr>
            </a:pPr>
            <a:r>
              <a:t>PAEG · Émile 演示文稿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1371600" y="5120640"/>
            <a:ext cx="941832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>
              <a:defRPr sz="1200" b="0">
                <a:solidFill>
                  <a:srgbClr val="DEEBF7"/>
                </a:solidFill>
                <a:latin typeface="Microsoft YaHei"/>
              </a:defRPr>
            </a:pPr>
            <a:r>
              <a:t>资料来源：超导（某些物质在一定温度和磁场条件下（一般为较低温度和 ...、超导体（在某一温度以下，兼具绝对零电阻和完全抗磁性两个 ...、常温超导：打开未来科技的大门 (超导最全科普) - 知乎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超导量子比特：最新研究进展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Microsoft YaHei"/>
              </a:defRPr>
            </a:pPr>
            <a:r>
              <a:t>• 从学生提问出发，引出超导量子比特作为量子计算核心载体的前沿地位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Microsoft YaHei"/>
              </a:defRPr>
            </a:pPr>
            <a:r>
              <a:t>• 概述超导现象的发现历史：1911年昂内斯在汞中发现零电阻现象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Microsoft YaHei"/>
              </a:defRPr>
            </a:pPr>
            <a:r>
              <a:t>• 提出核心问题：超导如何从宏观物理现象演变为量子计算的关键技术？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2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超导基础概念：零电阻与迈斯纳效应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Microsoft YaHei"/>
              </a:defRPr>
            </a:pPr>
            <a:r>
              <a:t>• 超导态定义：材料在临界温度以下电阻完全消失，电流无损耗传输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Microsoft YaHei"/>
              </a:defRPr>
            </a:pPr>
            <a:r>
              <a:t>• 完全抗磁性（迈斯纳效应）：超导体排斥内部磁场，实现磁悬浮等应用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Microsoft YaHei"/>
              </a:defRPr>
            </a:pPr>
            <a:r>
              <a:t>• 超导材料分类：元素超导体（如汞）、合金与化合物超导体，已有上万种被发现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3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超导量子比特的工作原理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Microsoft YaHei"/>
              </a:defRPr>
            </a:pPr>
            <a:r>
              <a:t>• 基于约瑟夫森结构建：超导-绝缘-超导结构，形成非线性电感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Microsoft YaHei"/>
              </a:defRPr>
            </a:pPr>
            <a:r>
              <a:t>• 量子能级离散化：通过电路参数调控，形成可寻址的二能级系统（量子比特）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Microsoft YaHei"/>
              </a:defRPr>
            </a:pPr>
            <a:r>
              <a:t>• 核心优势：可扩展性强、相干时间较长、与微波控制技术兼容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4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最新研究进展与应用案例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Microsoft YaHei"/>
              </a:defRPr>
            </a:pPr>
            <a:r>
              <a:t>• 2023年中国科学家发现新型金属超导材料，为量子比特提供更多候选体系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Microsoft YaHei"/>
              </a:defRPr>
            </a:pPr>
            <a:r>
              <a:t>• 多比特芯片集成：当前研究聚焦提升比特数量与门操作保真度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Microsoft YaHei"/>
              </a:defRPr>
            </a:pPr>
            <a:r>
              <a:t>• 常温超导探索：若实现将彻底改变量子比特运行环境，降低冷却成本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Microsoft YaHei"/>
              </a:defRPr>
            </a:pPr>
            <a:r>
              <a:t>• 应用方向：量子模拟、优化问题求解、密码破解与量子通信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5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88952" cy="914400"/>
          </a:xfrm>
          <a:prstGeom prst="rect">
            <a:avLst/>
          </a:prstGeom>
          <a:solidFill>
            <a:srgbClr val="1F4E7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l">
              <a:defRPr sz="2600" b="1">
                <a:solidFill>
                  <a:srgbClr val="FFFFFF"/>
                </a:solidFill>
                <a:latin typeface="Microsoft YaHei"/>
              </a:defRPr>
            </a:pPr>
            <a:r>
              <a:t>挑战与未来展望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48640" y="1280160"/>
            <a:ext cx="11064240" cy="47548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Microsoft YaHei"/>
              </a:defRPr>
            </a:pPr>
            <a:r>
              <a:t>• 主要瓶颈：退相干效应、制造工艺精度、低温系统复杂度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Microsoft YaHei"/>
              </a:defRPr>
            </a:pPr>
            <a:r>
              <a:t>• 研究趋势：纠错码技术、混合量子系统、拓扑超导量子比特</a:t>
            </a:r>
          </a:p>
          <a:p>
            <a:pPr>
              <a:spcAft>
                <a:spcPts val="800"/>
              </a:spcAft>
              <a:defRPr sz="1600">
                <a:solidFill>
                  <a:srgbClr val="222222"/>
                </a:solidFill>
                <a:latin typeface="Microsoft YaHei"/>
              </a:defRPr>
            </a:pPr>
            <a:r>
              <a:t>• 总结：超导量子比特是当前量子计算最有前景的路线之一，持续突破将推动实用化进程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1155680" y="6400800"/>
            <a:ext cx="9144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>
              <a:defRPr sz="1000" b="0">
                <a:solidFill>
                  <a:srgbClr val="666666"/>
                </a:solidFill>
                <a:latin typeface="Microsoft YaHei"/>
              </a:defRPr>
            </a:pPr>
            <a:r>
              <a:t>6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