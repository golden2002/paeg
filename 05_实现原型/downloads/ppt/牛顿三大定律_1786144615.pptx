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用户物料摘要：【力学.md】</a:t>
            </a:r>
          </a:p>
          <a:p>
            <a:r>
              <a:t># 力学</a:t>
            </a:r>
          </a:p>
          <a:p/>
          <a:p>
            <a:r>
              <a:t>- 牛顿定律</a:t>
            </a:r>
          </a:p>
          <a:p>
            <a:r>
              <a:t>- 动量守恒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牛顿三大定律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EEBF7"/>
                </a:solidFill>
                <a:latin typeface="Microsoft YaHei"/>
              </a:defRPr>
            </a:pPr>
            <a:r>
              <a:t>PAEG · Émile 演示文稿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206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EEBF7"/>
                </a:solidFill>
                <a:latin typeface="Microsoft YaHei"/>
              </a:defRPr>
            </a:pPr>
            <a:r>
              <a:t>内容基于用户上传的资料整理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演示文稿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（空大纲，请补充内容）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(物料) 【力学.md】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(物料) # 力学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(物料) - 牛顿定律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